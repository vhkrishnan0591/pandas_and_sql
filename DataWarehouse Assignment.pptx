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756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33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5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06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3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205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18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27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085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243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A2BEB-8873-4692-B39E-292F516FBFC2}" type="datetimeFigureOut">
              <a:rPr lang="en-IN" smtClean="0"/>
              <a:t>17-12-2023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FB217-2CED-4BD9-B7A6-63AA4DCF5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8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-I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Data Warehouse for IPL Cricket Tournament (Asked in Flipkart Interview for Senior Data Engineer role)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5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02774" y="1776047"/>
            <a:ext cx="27256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Matches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Match_id</a:t>
            </a:r>
            <a:r>
              <a:rPr lang="en-US" sz="1200" dirty="0" smtClean="0"/>
              <a:t>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Broadcast_id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Stadium_id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Team_id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Broadcast_price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Ad_broadcast_price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Scorecard_id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Tickect_price</a:t>
            </a:r>
            <a:endParaRPr lang="en-IN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870439" y="672459"/>
            <a:ext cx="1820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Stadium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Stadium_id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Ticket_sold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924193" y="672460"/>
            <a:ext cx="21629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Broadcast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Broadcast_id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Ads_time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Total_views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Ads_Number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773723" y="3444256"/>
            <a:ext cx="24090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Scorecard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Scorecard_id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Team_id</a:t>
            </a:r>
            <a:r>
              <a:rPr lang="en-US" sz="1200" dirty="0" smtClean="0"/>
              <a:t>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Number_of_sixes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Number_of_fours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Extras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Total_Runs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Total_Wickets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Overs_Bowled</a:t>
            </a:r>
            <a:endParaRPr lang="en-IN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8924193" y="3552093"/>
            <a:ext cx="25058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Team_id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Position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Won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Lost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Drawn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Matches_Played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Net_Run_Rate</a:t>
            </a:r>
            <a:endParaRPr lang="en-US" sz="12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4681903" y="4956547"/>
            <a:ext cx="24442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Player_id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Team_id</a:t>
            </a:r>
            <a:r>
              <a:rPr lang="en-US" sz="1200" dirty="0" smtClean="0"/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Run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Wickets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/>
              <a:t>Highest_Score</a:t>
            </a:r>
            <a:endParaRPr lang="en-US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/>
              <a:t>Economy</a:t>
            </a:r>
            <a:endParaRPr lang="en-IN" sz="1200" dirty="0"/>
          </a:p>
        </p:txBody>
      </p:sp>
      <p:sp>
        <p:nvSpPr>
          <p:cNvPr id="13" name="Rounded Rectangle 12"/>
          <p:cNvSpPr/>
          <p:nvPr/>
        </p:nvSpPr>
        <p:spPr>
          <a:xfrm>
            <a:off x="4317022" y="1677305"/>
            <a:ext cx="3174023" cy="25058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720969" y="501162"/>
            <a:ext cx="2118946" cy="11123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ounded Rectangle 14"/>
          <p:cNvSpPr/>
          <p:nvPr/>
        </p:nvSpPr>
        <p:spPr>
          <a:xfrm>
            <a:off x="8581293" y="501162"/>
            <a:ext cx="2505807" cy="12573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659423" y="3314700"/>
            <a:ext cx="2637692" cy="20134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4545623" y="4800600"/>
            <a:ext cx="2382716" cy="188155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ounded Rectangle 17"/>
          <p:cNvSpPr/>
          <p:nvPr/>
        </p:nvSpPr>
        <p:spPr>
          <a:xfrm>
            <a:off x="8787911" y="3506064"/>
            <a:ext cx="2435469" cy="18463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Curved Connector 19"/>
          <p:cNvCxnSpPr/>
          <p:nvPr/>
        </p:nvCxnSpPr>
        <p:spPr>
          <a:xfrm>
            <a:off x="2294792" y="984738"/>
            <a:ext cx="2387111" cy="1652954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flipV="1">
            <a:off x="2294792" y="3736731"/>
            <a:ext cx="2387111" cy="43961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/>
          <p:nvPr/>
        </p:nvCxnSpPr>
        <p:spPr>
          <a:xfrm flipV="1">
            <a:off x="5965581" y="984738"/>
            <a:ext cx="3055327" cy="150348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/>
          <p:nvPr/>
        </p:nvCxnSpPr>
        <p:spPr>
          <a:xfrm flipV="1">
            <a:off x="5882054" y="3886200"/>
            <a:ext cx="3147646" cy="156499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/>
          <p:nvPr/>
        </p:nvCxnSpPr>
        <p:spPr>
          <a:xfrm>
            <a:off x="1912326" y="4004277"/>
            <a:ext cx="6875585" cy="866097"/>
          </a:xfrm>
          <a:prstGeom prst="curvedConnector3">
            <a:avLst>
              <a:gd name="adj1" fmla="val 487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/>
          <p:nvPr/>
        </p:nvCxnSpPr>
        <p:spPr>
          <a:xfrm>
            <a:off x="5882054" y="3215958"/>
            <a:ext cx="3138854" cy="6365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46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STATEMENT-II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Data Warehouse for Food delivery app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Swiggy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Zomato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(Asked in Grab for Data Engineer role)</a:t>
            </a:r>
            <a:r>
              <a:rPr lang="en-US" dirty="0"/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81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14850" y="395654"/>
            <a:ext cx="27871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Total_Ordertime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Order_amount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Discount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Payment_Method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Customer_Rating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9569" y="2892669"/>
            <a:ext cx="1626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endParaRPr lang="en-I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51731" y="2892669"/>
            <a:ext cx="2101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Restaturants_id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Restaurant_Name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Items_Ordered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Items_Amount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14850" y="2892669"/>
            <a:ext cx="2787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Delivery_id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Driver_Name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Bike_Model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License_Number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Tip_Received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20308" y="316523"/>
            <a:ext cx="2672861" cy="21365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949569" y="2787162"/>
            <a:ext cx="1705708" cy="16177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4325815" y="2716823"/>
            <a:ext cx="2804747" cy="18024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9434147" y="2787162"/>
            <a:ext cx="1899138" cy="14905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Curved Connector 14"/>
          <p:cNvCxnSpPr/>
          <p:nvPr/>
        </p:nvCxnSpPr>
        <p:spPr>
          <a:xfrm flipV="1">
            <a:off x="2347546" y="914400"/>
            <a:ext cx="2356339" cy="229479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>
            <a:stCxn id="8" idx="1"/>
          </p:cNvCxnSpPr>
          <p:nvPr/>
        </p:nvCxnSpPr>
        <p:spPr>
          <a:xfrm rot="10800000">
            <a:off x="6005151" y="1046288"/>
            <a:ext cx="3446581" cy="244654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3" idx="1"/>
          </p:cNvCxnSpPr>
          <p:nvPr/>
        </p:nvCxnSpPr>
        <p:spPr>
          <a:xfrm rot="10800000" flipH="1" flipV="1">
            <a:off x="4514850" y="1365149"/>
            <a:ext cx="127488" cy="1844041"/>
          </a:xfrm>
          <a:prstGeom prst="bentConnector4">
            <a:avLst>
              <a:gd name="adj1" fmla="val -179311"/>
              <a:gd name="adj2" fmla="val 7628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38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STATEMENT-III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Data Warehouse for cab ride service like Uber, Lyft (Asked in Google for Data Engineer role)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78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98377" y="2382715"/>
            <a:ext cx="2637692" cy="25937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844561" y="2593731"/>
            <a:ext cx="21453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</a:t>
            </a:r>
            <a:endParaRPr lang="en-I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Start_location_id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Travel_Time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Wait_Time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Customer_Rating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Payment_Method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7346" y="3763108"/>
            <a:ext cx="24266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8215" y="3528029"/>
            <a:ext cx="2584938" cy="2039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9135208" y="3886392"/>
            <a:ext cx="19299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Car_name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Car_model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Car_Reg_Number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58250" y="3620499"/>
            <a:ext cx="2497015" cy="15474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66042" y="872546"/>
            <a:ext cx="2189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9085" y="712177"/>
            <a:ext cx="2466241" cy="167053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8968154" y="712178"/>
            <a:ext cx="2277208" cy="188155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135208" y="868125"/>
            <a:ext cx="1943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Licnense_Id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urved Connector 12"/>
          <p:cNvCxnSpPr/>
          <p:nvPr/>
        </p:nvCxnSpPr>
        <p:spPr>
          <a:xfrm rot="16200000" flipH="1">
            <a:off x="2259623" y="1310054"/>
            <a:ext cx="2795954" cy="262010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flipV="1">
            <a:off x="6071088" y="1213338"/>
            <a:ext cx="3094893" cy="298059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/>
          <p:nvPr/>
        </p:nvCxnSpPr>
        <p:spPr>
          <a:xfrm flipV="1">
            <a:off x="2162908" y="3218189"/>
            <a:ext cx="2712426" cy="799896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H="1">
            <a:off x="8341702" y="2204670"/>
            <a:ext cx="2813539" cy="116498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90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-IV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 Data Warehouse for </a:t>
            </a:r>
            <a:r>
              <a:rPr lang="en-US" dirty="0" err="1"/>
              <a:t>Restaurent</a:t>
            </a:r>
            <a:r>
              <a:rPr lang="en-US" dirty="0"/>
              <a:t> table booking app like </a:t>
            </a:r>
            <a:r>
              <a:rPr lang="en-US" dirty="0" err="1"/>
              <a:t>Dineout</a:t>
            </a:r>
            <a:r>
              <a:rPr lang="en-US" dirty="0"/>
              <a:t> (Asked in McKinsey for Consultant Data Engineer role</a:t>
            </a:r>
            <a:r>
              <a:rPr lang="en-US" dirty="0" smtClean="0"/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52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24093" y="1820007"/>
            <a:ext cx="2391508" cy="24618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23031" y="2009028"/>
            <a:ext cx="185517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Booking_id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Wating_Queue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(FK)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Start_time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End_time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Custoerm_Rating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Booking_amount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6476" y="475686"/>
            <a:ext cx="1679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PostCode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959" y="422030"/>
            <a:ext cx="1793631" cy="13979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659423" y="2329962"/>
            <a:ext cx="2013439" cy="22244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04496" y="2472692"/>
            <a:ext cx="17232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Total_seats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Avaialble_seats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Open_time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Close_time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8117" y="5011613"/>
            <a:ext cx="1701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5690" y="4824867"/>
            <a:ext cx="1866167" cy="157382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Elbow Connector 14"/>
          <p:cNvCxnSpPr/>
          <p:nvPr/>
        </p:nvCxnSpPr>
        <p:spPr>
          <a:xfrm>
            <a:off x="2155215" y="571500"/>
            <a:ext cx="6339253" cy="193430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>
            <a:off x="2373922" y="2788190"/>
            <a:ext cx="6049107" cy="13188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373923" y="3442188"/>
            <a:ext cx="6049107" cy="19299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17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STATEMENT-V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 Data Warehouse for </a:t>
            </a:r>
            <a:r>
              <a:rPr lang="en-US" dirty="0" err="1"/>
              <a:t>Covid</a:t>
            </a:r>
            <a:r>
              <a:rPr lang="en-US" dirty="0"/>
              <a:t> Vaccination Application (Asked in </a:t>
            </a:r>
            <a:r>
              <a:rPr lang="en-US" dirty="0" err="1"/>
              <a:t>Livsapce</a:t>
            </a:r>
            <a:r>
              <a:rPr lang="en-US" dirty="0"/>
              <a:t> for Data Engineer role)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7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2612" y="547231"/>
            <a:ext cx="1960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Dosage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Last_dosage_date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37443" y="465990"/>
            <a:ext cx="1899138" cy="13803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ed Rectangle 3"/>
          <p:cNvSpPr/>
          <p:nvPr/>
        </p:nvSpPr>
        <p:spPr>
          <a:xfrm>
            <a:off x="8537331" y="457200"/>
            <a:ext cx="2171700" cy="13803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8704384" y="556023"/>
            <a:ext cx="18375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Dosages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Available_Vaccines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3311" y="2505805"/>
            <a:ext cx="2118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Next_Dosage_Date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49869" y="2782803"/>
            <a:ext cx="1714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Zipcode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612" y="4615962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Attender_id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Attender_name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4796" y="2640033"/>
            <a:ext cx="2004646" cy="16705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6057900" y="2505807"/>
            <a:ext cx="2549769" cy="18047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ounded Rectangle 10"/>
          <p:cNvSpPr/>
          <p:nvPr/>
        </p:nvSpPr>
        <p:spPr>
          <a:xfrm>
            <a:off x="501164" y="4554415"/>
            <a:ext cx="2035418" cy="14507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Elbow Connector 12"/>
          <p:cNvCxnSpPr/>
          <p:nvPr/>
        </p:nvCxnSpPr>
        <p:spPr>
          <a:xfrm rot="5400000" flipH="1" flipV="1">
            <a:off x="2070589" y="3178420"/>
            <a:ext cx="2540977" cy="25146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>
            <a:off x="2083777" y="835269"/>
            <a:ext cx="4189534" cy="216290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rot="16200000" flipH="1">
            <a:off x="1827797" y="1430036"/>
            <a:ext cx="1822012" cy="1450731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5400000" flipH="1" flipV="1">
            <a:off x="7165731" y="1565031"/>
            <a:ext cx="2233246" cy="96715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flipV="1">
            <a:off x="1828800" y="3376246"/>
            <a:ext cx="4545623" cy="160899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43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432</Words>
  <Application>Microsoft Office PowerPoint</Application>
  <PresentationFormat>Widescreen</PresentationFormat>
  <Paragraphs>191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PROBLEM STATEMENT -I</vt:lpstr>
      <vt:lpstr>PowerPoint Presentation</vt:lpstr>
      <vt:lpstr>PROBLEM STATEMENT-II</vt:lpstr>
      <vt:lpstr>PowerPoint Presentation</vt:lpstr>
      <vt:lpstr>PROBLEM STATEMENT-III</vt:lpstr>
      <vt:lpstr>PowerPoint Presentation</vt:lpstr>
      <vt:lpstr>PROBLEM STATEMENT -IV</vt:lpstr>
      <vt:lpstr>PowerPoint Presentation</vt:lpstr>
      <vt:lpstr>PROBLEM STATEMENT-V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created xsi:type="dcterms:W3CDTF">2023-12-16T16:02:35Z</dcterms:created>
  <dcterms:modified xsi:type="dcterms:W3CDTF">2023-12-17T09:56:27Z</dcterms:modified>
</cp:coreProperties>
</file>